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MirrorChat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1645920" cy="4572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C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specchio che rivela la manipolazione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3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 ·  Gender-Neutral  ·  Live Protection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37744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 16-24enni ha subito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violenza nelle relazioni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3774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giovani subisce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atteggiamenti possessivi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Interno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377440" cy="54864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68,5%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 11-19enni ha subito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aggressioni online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 2023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45720" cy="64008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violenza nelle relazioni non ha genere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non lascia lividi visibili."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soluzione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B3A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463040"/>
            <a:ext cx="914400" cy="914400"/>
          </a:xfrm>
          <a:prstGeom prst="ellipse">
            <a:avLst/>
          </a:prstGeom>
          <a:solidFill>
            <a:srgbClr val="E86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Mirror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Incolla un messaggio.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rivela la manipolazione nascosta.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188720"/>
            <a:ext cx="2468880" cy="2926080"/>
          </a:xfrm>
          <a:prstGeom prst="rect">
            <a:avLst/>
          </a:prstGeom>
          <a:solidFill>
            <a:srgbClr val="1B3A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463040"/>
            <a:ext cx="914400" cy="914400"/>
          </a:xfrm>
          <a:prstGeom prst="ellipse">
            <a:avLst/>
          </a:prstGeom>
          <a:solidFill>
            <a:srgbClr val="3D8B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SafeVoice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76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 dal vivo.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rileva pericolo, chiama aiuto.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468880" cy="2926080"/>
          </a:xfrm>
          <a:prstGeom prst="rect">
            <a:avLst/>
          </a:prstGeom>
          <a:solidFill>
            <a:srgbClr val="1B3A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463040"/>
            <a:ext cx="914400" cy="914400"/>
          </a:xfrm>
          <a:prstGeom prst="ellipse">
            <a:avLst/>
          </a:prstGeom>
          <a:solidFill>
            <a:srgbClr val="5B9A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Educazione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008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 a riconoscere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tecniche e a rispondere.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funziona — Chat Mirror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463040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78308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51760" y="1280160"/>
            <a:ext cx="1828800" cy="1463040"/>
          </a:xfrm>
          <a:prstGeom prst="rect">
            <a:avLst/>
          </a:prstGeom>
          <a:solidFill>
            <a:srgbClr val="3D8B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Anonimizzazione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1280160"/>
            <a:ext cx="1828800" cy="1463040"/>
          </a:xfrm>
          <a:prstGeom prst="rect">
            <a:avLst/>
          </a:prstGeom>
          <a:solidFill>
            <a:srgbClr val="E863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040880" y="1280160"/>
            <a:ext cx="1828800" cy="1463040"/>
          </a:xfrm>
          <a:prstGeom prst="rect">
            <a:avLst/>
          </a:prstGeom>
          <a:solidFill>
            <a:srgbClr val="5B9A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13232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semaforo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200400"/>
            <a:ext cx="54864" cy="1097280"/>
          </a:xfrm>
          <a:prstGeom prst="rect">
            <a:avLst/>
          </a:prstGeom>
          <a:solidFill>
            <a:srgbClr val="3D8B8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tuoi dati personali non escono MAI dal telefono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459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L'anonimizzazione avviene sul dispositivo. Solo testo privo di dati personali viene inviato per l'analisi AI.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funziona — SafeVoice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914400" cy="914400"/>
          </a:xfrm>
          <a:prstGeom prst="ellipse">
            <a:avLst/>
          </a:prstGeom>
          <a:solidFill>
            <a:srgbClr val="5B9A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00200" y="1737360"/>
            <a:ext cx="411480" cy="0"/>
          </a:xfrm>
          <a:prstGeom prst="line">
            <a:avLst/>
          </a:prstGeom>
          <a:noFill/>
          <a:ln w="19050">
            <a:solidFill>
              <a:srgbClr val="C8C4BC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377440" y="1280160"/>
            <a:ext cx="914400" cy="914400"/>
          </a:xfrm>
          <a:prstGeom prst="ellipse">
            <a:avLst/>
          </a:prstGeom>
          <a:solidFill>
            <a:srgbClr val="3D8B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tempo reale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37560" y="1737360"/>
            <a:ext cx="411480" cy="0"/>
          </a:xfrm>
          <a:prstGeom prst="line">
            <a:avLst/>
          </a:prstGeom>
          <a:noFill/>
          <a:ln w="19050">
            <a:solidFill>
              <a:srgbClr val="C8C4BC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E8A8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pericolo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74920" y="1737360"/>
            <a:ext cx="411480" cy="0"/>
          </a:xfrm>
          <a:prstGeom prst="line">
            <a:avLst/>
          </a:prstGeom>
          <a:noFill/>
          <a:ln w="19050">
            <a:solidFill>
              <a:srgbClr val="C8C4BC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5852160" y="1280160"/>
            <a:ext cx="914400" cy="914400"/>
          </a:xfrm>
          <a:prstGeom prst="ellipse">
            <a:avLst/>
          </a:prstGeom>
          <a:solidFill>
            <a:srgbClr val="E8634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087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12280" y="1737360"/>
            <a:ext cx="411480" cy="0"/>
          </a:xfrm>
          <a:prstGeom prst="line">
            <a:avLst/>
          </a:prstGeom>
          <a:noFill/>
          <a:ln w="19050">
            <a:solidFill>
              <a:srgbClr val="C8C4BC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7589520" y="1280160"/>
            <a:ext cx="914400" cy="914400"/>
          </a:xfrm>
          <a:prstGeom prst="ellipse">
            <a:avLst/>
          </a:prstGeom>
          <a:solidFill>
            <a:srgbClr val="C1443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087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emergenza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4" name="Shape 17"/>
          <p:cNvSpPr/>
          <p:nvPr/>
        </p:nvSpPr>
        <p:spPr>
          <a:xfrm>
            <a:off x="731520" y="3474720"/>
            <a:ext cx="54864" cy="91440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25" name="Text 18"/>
          <p:cNvSpPr/>
          <p:nvPr/>
        </p:nvSpPr>
        <p:spPr>
          <a:xfrm>
            <a:off x="1097280" y="3566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 non fermi il countdown, l'AI parla per te."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by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5B9A8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 tuo dispositivo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 e dati personali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originale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dell'analisi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messaggi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 cloud (API)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testo anonimizzato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[PERSONA_1], [TELEFONO], [DATA]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dati identificabili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audio trasmesso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468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ci distingue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generiche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antiviolenza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No/parziale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Gender-neutral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Protezione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No/GPT generico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Accessibile 24/7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Orari limitati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Educazione integrata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9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Parziale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Live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2514600"/>
            <a:ext cx="1463040" cy="4572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scenari dal vivo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219456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474720"/>
            <a:ext cx="2194560" cy="4572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Mirror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manipolazione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474720"/>
            <a:ext cx="219456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474720"/>
            <a:ext cx="219456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Flip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per tutti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474720"/>
            <a:ext cx="219456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3474720"/>
            <a:ext cx="2194560" cy="4572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SafeVoice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live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88720" y="2011680"/>
            <a:ext cx="6766560" cy="0"/>
          </a:xfrm>
          <a:prstGeom prst="line">
            <a:avLst/>
          </a:prstGeom>
          <a:noFill/>
          <a:ln w="25400">
            <a:solidFill>
              <a:srgbClr val="C8C4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83080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737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Mirror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SafeVoice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Educazione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mesi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834640"/>
            <a:ext cx="1737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avanzato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sintetica 112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783080"/>
            <a:ext cx="457200" cy="457200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mesi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1737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on-device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783080"/>
            <a:ext cx="457200" cy="457200"/>
          </a:xfrm>
          <a:prstGeom prst="ellipse">
            <a:avLst/>
          </a:prstGeom>
          <a:solidFill>
            <a:srgbClr val="5B9A8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A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mesi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834640"/>
            <a:ext cx="1737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scuole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Istituzioni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nativa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2743200" cy="1828800"/>
          </a:xfrm>
          <a:prstGeom prst="rect">
            <a:avLst/>
          </a:prstGeom>
          <a:solidFill>
            <a:srgbClr val="1B3A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80160"/>
            <a:ext cx="2743200" cy="4572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508760"/>
            <a:ext cx="822960" cy="822960"/>
          </a:xfrm>
          <a:prstGeom prst="ellipse">
            <a:avLst/>
          </a:prstGeom>
          <a:solidFill>
            <a:srgbClr val="3D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[Nome 1]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280160"/>
            <a:ext cx="2743200" cy="1828800"/>
          </a:xfrm>
          <a:prstGeom prst="rect">
            <a:avLst/>
          </a:prstGeom>
          <a:solidFill>
            <a:srgbClr val="1B3A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280160"/>
            <a:ext cx="2743200" cy="4572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1508760"/>
            <a:ext cx="822960" cy="822960"/>
          </a:xfrm>
          <a:prstGeom prst="ellipse">
            <a:avLst/>
          </a:prstGeom>
          <a:solidFill>
            <a:srgbClr val="3D8B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[Nome 2]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Pitch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MirrorChat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specchio che rivela la manipolazione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9" name="Text 15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 app]  ·  [email]  ·  [QR code]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MirrorChat — Lo specchio che rivela la manipolazione</dc:title>
  <dc:subject>PptxGenJS Presentation</dc:subject>
  <dc:creator>MirrorChat Team</dc:creator>
  <cp:lastModifiedBy>MirrorChat Team</cp:lastModifiedBy>
  <cp:revision>1</cp:revision>
  <dcterms:created xsi:type="dcterms:W3CDTF">2026-03-28T12:15:27Z</dcterms:created>
  <dcterms:modified xsi:type="dcterms:W3CDTF">2026-03-28T12:15:27Z</dcterms:modified>
</cp:coreProperties>
</file>